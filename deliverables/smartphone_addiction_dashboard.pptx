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Users by Gender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Stress Level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Addiction Level by Age Group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Users by Stress Level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Users by Age Group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Users by Addicted Level and Group 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Addiction by Gender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Notifications per Day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 Users Profile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Screen Time by Activity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Screen Time by 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Daily App Openings by Addiction Level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Smartphone Activity by 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Addiction Level by Screen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Addiction Level by Social Media Usage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Addiction Level by Gaming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Addiction Level by Daily App Openings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Stress Level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Screen Time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Academic &amp; Work  Impact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Academic &amp; Work Impact by Age Group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Stress Distribution by Addiction Level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Daily Screen,  Gaming, Sleep, Weekend Screen, Work/Study Hours by Addiction Level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Correlation with Addiction Level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4c76dbc9-d1a6-4f75-87ca-6d84ab3476be?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976d041d22aa48e3" /><Relationship Type="http://schemas.openxmlformats.org/officeDocument/2006/relationships/slideLayout" Target="/ppt/slideLayouts/slideLayout8.xml" Id="R66f51a84591647f1" /><Relationship Type="http://schemas.openxmlformats.org/officeDocument/2006/relationships/hyperlink" Target="https://app.powerbi.com/groups/me/reports/4c76dbc9-d1a6-4f75-87ca-6d84ab3476be/?pbi_source=PowerPoint" TargetMode="External" Id="RelId0" /><Relationship Type="http://schemas.openxmlformats.org/officeDocument/2006/relationships/image" Target="/ppt/media/image4.png" Id="imgId268760168"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07c4a829323d49b8" /><Relationship Type="http://schemas.openxmlformats.org/officeDocument/2006/relationships/slideLayout" Target="/ppt/slideLayouts/slideLayout8.xml" Id="R7da0dd22a41b4d16" /><Relationship Type="http://schemas.openxmlformats.org/officeDocument/2006/relationships/hyperlink" Target="https://app.powerbi.com/groups/me/reports/4c76dbc9-d1a6-4f75-87ca-6d84ab3476be/?pbi_source=PowerPoint" TargetMode="External" Id="RelId1" /><Relationship Type="http://schemas.openxmlformats.org/officeDocument/2006/relationships/image" Target="/ppt/media/image5.png" Id="imgId268760169"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191cc8fdb52c4a15" /><Relationship Type="http://schemas.openxmlformats.org/officeDocument/2006/relationships/slideLayout" Target="/ppt/slideLayouts/slideLayout8.xml" Id="R69a55fac6c054247" /><Relationship Type="http://schemas.openxmlformats.org/officeDocument/2006/relationships/hyperlink" Target="https://app.powerbi.com/groups/me/reports/4c76dbc9-d1a6-4f75-87ca-6d84ab3476be/?pbi_source=PowerPoint" TargetMode="External" Id="RelId2" /><Relationship Type="http://schemas.openxmlformats.org/officeDocument/2006/relationships/image" Target="/ppt/media/image6.png" Id="imgId26876017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f0819ad9b0d34279" /><Relationship Type="http://schemas.openxmlformats.org/officeDocument/2006/relationships/slideLayout" Target="/ppt/slideLayouts/slideLayout8.xml" Id="R2d38fe7cdb56464d" /><Relationship Type="http://schemas.openxmlformats.org/officeDocument/2006/relationships/hyperlink" Target="https://app.powerbi.com/groups/me/reports/4c76dbc9-d1a6-4f75-87ca-6d84ab3476be/?pbi_source=PowerPoint" TargetMode="External" Id="RelId3" /><Relationship Type="http://schemas.openxmlformats.org/officeDocument/2006/relationships/image" Target="/ppt/media/image7.png" Id="imgId26876017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67689ab50d4e48cf" /><Relationship Type="http://schemas.openxmlformats.org/officeDocument/2006/relationships/slideLayout" Target="/ppt/slideLayouts/slideLayout8.xml" Id="R16efed45329c4cdc" /><Relationship Type="http://schemas.openxmlformats.org/officeDocument/2006/relationships/hyperlink" Target="https://app.powerbi.com/groups/me/reports/4c76dbc9-d1a6-4f75-87ca-6d84ab3476be/?pbi_source=PowerPoint" TargetMode="External" Id="RelId4" /><Relationship Type="http://schemas.openxmlformats.org/officeDocument/2006/relationships/image" Target="/ppt/media/image8.png" Id="imgId268760172"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1349eb1d3696486f" /><Relationship Type="http://schemas.openxmlformats.org/officeDocument/2006/relationships/slideLayout" Target="/ppt/slideLayouts/slideLayout8.xml" Id="R327abe6ae2de4abc" /><Relationship Type="http://schemas.openxmlformats.org/officeDocument/2006/relationships/hyperlink" Target="https://app.powerbi.com/groups/me/reports/4c76dbc9-d1a6-4f75-87ca-6d84ab3476be/?pbi_source=PowerPoint" TargetMode="External" Id="RelId5" /><Relationship Type="http://schemas.openxmlformats.org/officeDocument/2006/relationships/image" Target="/ppt/media/image9.png" Id="imgId268760173"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power_bi_smartphone_addiction</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11/10/2026 18:24:59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11/10/2026 17:47:52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card ,Users by Gender ,Stress Level Distribution ,Addiction Level by Age Group ,card ,card ,card ,card ,card ,card ,card ,Users by Stress Level ,slicer ,pageNavigator ,slicer ,slicer ,slicer ,slicer ,slice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26876016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card ,card ,card ,card ,card ,Users by Age Group ,Users by Addicted Level and Group Age ,Addiction by Gender ,Notifications per Day ,Average Users Profile ,pageNavigator ,slicer ,slicer ,slicer ,slicer ,slicer ,slice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26876016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Demographics</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card ,card ,card ,card ,Screen Time by Activity ,Avg. Screen Time by Age ,Avg. Daily App Openings by Addiction Level ,Avg. Smartphone Activity by Age ,pageNavigator ,slicer ,slicer ,slicer ,slicer ,slicer ,slice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26876017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Smartphone Usage</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card ,card ,card ,card ,Addiction Level by Screen Time ,Addiction Level by Social Media Usage ,Addiction Level by Gaming Time ,Addiction Level by Daily App Openings ,pageNavigator ,slicer ,slicer ,slicer ,slicer ,slicer ,slice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26876017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Addiction Drivers</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card ,card ,Stress Level Distribution ,Screen Time Distribution ,Academic &amp; Work  Impact Distribution ,Academic &amp; Work Impact by Age Group ,Stress Distribution by Addiction Level ,pageNavigator ,slicer ,slicer ,slicer ,slicer ,slicer ,slicer.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26876017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Well-being and Academic Impact</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card ,card ,card ,card ,Daily Screen,  Gaming, Sleep, Weekend Screen, Work/Study Hours by Addiction Level ,Correlation with Addiction Level ,pageNavigator ,slicer ,slicer ,slicer ,slicer ,slicer ,slicer.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26876017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Correlation</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